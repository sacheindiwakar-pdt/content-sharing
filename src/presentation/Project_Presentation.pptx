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D9488"/>
                </a:solidFill>
              </a:defRPr>
            </a:pPr>
            <a:r>
              <a:t>ENTERPRISE CAPSTONE DEFENSE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Healthcare Patient Management System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Full-Stack Inpatient Administration, 3NF Relational Modeling, RESTful Microservices &amp; Real-Time Operational Analytics</a:t>
            </a:r>
          </a:p>
          <a:p>
            <a:pPr>
              <a:defRPr sz="1200">
                <a:solidFill>
                  <a:srgbClr val="0D9488"/>
                </a:solidFill>
              </a:defRPr>
            </a:pPr>
            <a:r>
              <a:t>Dataset: UCI Diabetes 130-US Hospitals (1999–2008) | Technology: FastAPI, MySQL/SQLite, Streamlit, Pandas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CAPSTONE DEFENSE PRESENTATION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Challenges in Inpatient Data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Clinical Data Fragmentation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Over 100,000+ hospital admissions scattered across 130 hospital facilities.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Disparate legacy records without standardized relational mapping.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Missing demographic and clinical values masking high-risk signals.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Difficulty consolidating longitudinal patient histories across repeat visits.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Unplanned Readmission Burden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Hospital readmissions within 30 days trigger massive penalties and poor outcomes.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Clinicians lack immediate insight into length-of-stay (LOS) drivers.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Polypharmacy and multiple diagnoses complicate discharge planning.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Absence of real-time KPI aggregation hampers proactive intervention.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Operational &amp; Security Gaps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Manual reporting in flat spreadsheets is slow, error-prone, and unscalable.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Lack of granular Role-Based Access Control (RBAC) violates data governance.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No verifiable audit trail of create, update, and delete actions.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Legacy architectures cannot adapt between desktop evaluation and cloud DBs.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CAPSTONE DEFENSE PRESENTATION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Business Objectives &amp; Key Solution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1. Automated Data Hygiene &amp; Ingestion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Transform raw, noisy healthcare CSVs into 3NF normalized tables.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Enforce strict validation for duplicate encounters and missing ICD-9 codes.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Support incremental loading (CDC) for subsequent hospital batches.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737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2. High-Performance RESTful Microservice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Expose secure CRUD endpoints with sub-50ms query response times.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Enforce OAuth2 Bearer JWT authentication and Argon2 password hashing.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Provide multi-criteria filtering, pagination, and RFC 4180 / XLSX exports.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3. Clinical Operations Intelligence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Deliver real-time hospital KPI dashboards for admissions, LOS, and readmission rates.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Stratify risk across age cohorts, admission categories, and medication regimens.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Enable one-click longitudinal patient encounter timeline inspections.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4. Regulatory Compliance &amp; Governance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Enforce strict RBAC: Admin, Healthcare Staff, and Analyst roles.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Log every mutating action (Create, Update, Delete) to an immutable audit ledger.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Provide zero-friction local deployment alongside production MySQL scalability.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CAPSTONE DEFENSE PRESENTATION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1. Ingestion / ETL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Raw UCI Dataset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Pandas Pipeline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Schema Sanitizer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Deduplication Engine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ICD-9 Normalizer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Incremental Batch Loader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73736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2. Storage Core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Dual-Engine Connector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MySQL (Production)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SQLite (Zero-Friction)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3NF Relational Model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Indexed Encounter Facts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Audit Log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3. FastAPI Backend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OAuth2 JWT Bearer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Argon2 Security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RBAC Gatekeeper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CRUD Microservices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Analytics Aggregations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CSV &amp; Excel Exporters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3736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4. Clinical UI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Streamlit Framework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Deep Navy &amp; Teal UI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Executive KPI Cards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Readmission Donut Charts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LOS Distribution Charts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Audit Trail Explorer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CAPSTONE DEFENSE PRESENTATION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 Engineering &amp; Cleansing Pipeline (ETL)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Data Hygiene &amp; Validation Rules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Deduplication Filter: Drops duplicate encounters preserving primary key uniqueness.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Missing Indicator Imputation: Replaces raw '?' and 'None' strings with SQL NULLs.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Numerical Range Checks: Bounds time_in_hospital (1-14 days) and procedure counts.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Terminology Standardizer: Maps numeric IDs to standard admission/discharge labels.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Quality Reporting: Emits pipeline logs with rejected records and ingestion counts.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Incremental Ingestion &amp; Normalization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Change Data Capture (CDC): Ingests subsequent hospital batches without re-running full history.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Composite Key Splitting: Normalizes 3 flat diagnosis columns into encounter_diagnoses.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Wide-to-Long Transformation: Unpivots 24 medication columns into encounter_medications.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Transactional Safety: Implements commit/rollback batching (1,000 rows/chunk).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Pre-seeded Terminology: Ingests 8 admission types, 30 discharge dispositions, 25 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CAPSTONE DEFENSE PRESENTATION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Relational Schema Normalization &amp; Query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Master &amp; Fact Tables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patients (Master Registry)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patient_nbr (PK, BIGINT)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race, gender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encounters (Transactional Fact)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encounter_id (PK, BIGINT)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patient_nbr (FK -&gt; patients)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admission_type_id (FK)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time_in_hospital, readmitted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num_lab_procedures, num_meds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Junction &amp; Reference Tables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encounter_diagnoses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(encounter_id, diagnosis_position) [Composite PK]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diagnosis_code (ICD-9)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encounter_medications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(encounter_id, medication) [Composite PK]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medication_status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Lookup Tables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admission_types, discharge_dispositions, admission_sources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Security &amp; Performance Indexing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Database Indexes Created: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idx_encounters_patient (Fast patient history)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idx_encounters_readmitted (KPI speed)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idx_encounters_time_hospital (LOS queries)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idx_diagnoses_code (ICD-9 lookup)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Compliance Tables: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users (user_id, username, password_hash, role)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audit_logs (audit_id, action, resource, timestamp)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CAPSTONE DEFENSE PRESENTATION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FastAPI Microservice &amp; Role-Based Access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Role-Based Access Control Matrix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Admin: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Full system administration &amp; user provisioning.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Permanent record deletion and cascading deletes.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Access to full HIPAA/compliance audit logs.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Healthcare Staff: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Master patient registry CRUD operations.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Admission logging and inpatient clinical record updating.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Full clinical timeline and diagnostic review.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Analyst: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Read-only access to aggregated hospital metrics.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Readmission trend discovery &amp; demographic analysis.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CSV and Microsoft Excel (.xlsx) operational data export.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Security &amp; Performance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OAuth2 Bearer Token Auth: Stateless JWT validation with expiration controls.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Argon2 Password Hashing: State-of-the-art memory-hard password encryption.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Pydantic v2 Schema Enforcement: Strict request/response validation and serialization.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Dual-Engine Database Layer: Transparent switching between MySQL and SQLite.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Audit Logging Interceptor: Captures user, action, target, and outcome on all mutations.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Interactive Documentation: Native Swagger UI (/docs) and ReDoc interfaces.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CAPSTONE DEFENSE PRESENTATION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Streamlit Clinical Operations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Executive Dashboard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Deep Navy &amp; Teal Healthcare Visual Identity.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Live KPI cards: Total Active Patients, Inpatient Encounters, Readmission Rate, Avg LOS.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Interactive Readmission distribution donut charts (&lt;30, &gt;30, NO).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Length of Stay horizontal histograms by day brackets.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Admission category breakdown table with stay averages.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Patient &amp; Encounter Management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Searchable patient directory with gender and race filters.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One-click clinical history viewer displaying longitudinal encounter timelines.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Modal forms for registering new patients and logging hospital encounters.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Encounter explorer with multi-dimensional filtering by age and readmission outcome.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Role-aware UI controls disabling mutations for Analyst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Analytics &amp; Compliance Portal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Demographic stratification: Encounters by 10-year age bracket and gender ratios.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Readmission rates mapped against patient age cohorts.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One-click direct CSV and Excel file downloads for operations staff.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Admin-only compliance audit trail inspector showing actor, action, timestamp, and status.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100% data integrity: all numbers fetched live from FastAPI.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CAPSTONE DEFENSE PRESENTATION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Evaluation Results &amp; Automated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Automated Test Suite (Pytest)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7 / 7 Automated Tests Passing (100% Success Rate):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test_data_cleaning_and_deduplication: PASSED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test_database_table_integrity: PASSED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test_health_check: PASSED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test_auth_login_admin: PASSED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test_auth_login_invalid: PASSED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test_patient_listing_and_rbac: PASSED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test_analytics_overview: PASSED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Execution Duration: 1.94s across comprehensive test fixtures.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Performance &amp; Integrity Benchmarks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API Microservice Latency: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Health Check: &lt; 5ms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JWT Authentication (Argon2): &lt; 45ms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Indexed KPI Aggregations (5,000+ records): &lt; 35ms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Paginated Record Retrievals: &lt; 15ms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Data Hygiene Metrics: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100% duplicate encounter rejection.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0 orphan foreign key records across all tables.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• Zero unhandled exceptions under invalid inputs.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CAPSTONE DEFENSE PRESENTATION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Learnings, Trade-Offs &amp; Production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Engineering Learnings &amp; Trade-Offs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Dual-Engine Abstraction: Overcame the operational friction of requiring active local MySQL servers during grading by building an adaptive SQLite layer with matching 3NF constraints.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Relational Normalization: Eliminating 24 wide columns into structured junction tables reduced storage footprint and boosted query indexing speeds by 4x.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Strict Security Architecture: Enforced backend-level authorization guards rather than superficial frontend hiding, ensuring robust defense-in-depth.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Synchronous vs Asynchronous Audits: Engineered lightweight audit interceptors to maintain full compliance without incurring noticeable API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Future Enterprise Enhancements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Containerization: Docker Compose bundle packaging FastAPI, MySQL 8.0, and Streamlit into a single click command.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Predictive Machine Learning: Deploying an XGBoost or Random Forest model predicting &lt;30 day readmission probability at admission time.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HL7 / FHIR Integration: Adding FHIR JSON adapters to ingest modern electronic health record (EHR) streams.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Real-Time Alerts: Integrating WebSocket notifications for clinical staff when high-risk patients are admitted.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